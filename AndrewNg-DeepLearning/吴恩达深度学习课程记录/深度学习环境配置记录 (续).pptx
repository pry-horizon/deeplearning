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现在，我们来安装深度学习的核心——PyTorch框架。在激活的环境中，执行一条简单的pip命令即可完成安装。安装完成后，我们可以通过pip list来确认所有相关组件都已成功安装。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为了确认PyTorch是否正确安装，我们可以进入Python交互环境，尝试导入torch库并打印其版本。如果一切顺利，你将看到当前安装的PyTorch版本号，这表明安装成功。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接下来是最关键的一步：测试GPU是否能被PyTorch调用。我们创建一个简单的Python脚本，它会检查CUDA的可用性并打印出我们的GPU型号。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运行测试脚本！如果输出结果显示True以及你的GPU型号（如NVIDIA GeForce RTX 5060），那么恭喜你，这意味着PyTorch已经成功识别并可以使用你的GPU进行加速计算了！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至此，我们的深度学习工作目录结构已经非常清晰和完整。所有必要的组件都已就位，为后续的学习和开发做好了充分准备。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 PyTorch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93800" y="2413000"/>
            <a:ext cx="965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E4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28800" y="2413000"/>
            <a:ext cx="901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首先请确保已激活目标Python虚拟环境，在环境的终端中执行以下命令，即可快速安装PyTorch核心框架及其配套的视觉与音频处理库：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`python -m pip install torch torchvision torchaudio`</a:t>
            </a:r>
            <a:endParaRPr lang="en-US" sz="1700" b="1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安装完成后，可在终端中输入 `pip list` 命令查看已安装的软件包列表，确认 `torch`、`torchvision` 和 `torchaudio` 已成功出现在列表中，以此验证安装是否完成。</a:t>
            </a:r>
            <a:endParaRPr lang="en-US" sz="1700" b="0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 PyTorch 安装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93800" y="2413000"/>
            <a:ext cx="965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E4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28800" y="2413000"/>
            <a:ext cx="901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启动交互环境：在已激活的 Python 虚拟环境中，输入 `python` 命令，进入交互式编程模式。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导入核心库：在交互界面中输入 `import torch`，若未出现报错信息，说明 PyTorch 库已成功加载。</a:t>
            </a:r>
            <a:endParaRPr lang="en-US" sz="1700" b="0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检查安装版本：执行 `print(torch.__version__)`，若终端输出具体版本号（如 2.3.0+cu121），则代表安装成功。</a:t>
            </a:r>
            <a:endParaRPr lang="en-US" sz="1700" b="0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退出验证环境：完成检查后，输入 `exit()` 即可退出 Python 交互模式，回到系统命令行。</a:t>
            </a:r>
            <a:endParaRPr lang="en-US" sz="1700" b="0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创建 GPU 测试文件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93800" y="2413000"/>
            <a:ext cx="965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E4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28800" y="2413000"/>
            <a:ext cx="901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确定文件路径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在本地指定目录下新建测试脚本，推荐路径为：</a:t>
            </a:r>
            <a:r>
              <a:rPr lang="en-US" sz="1600" b="1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C:\DeepLearning\test_gpu.py</a:t>
            </a: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，便于后续项目管理与快速调用。</a:t>
            </a:r>
            <a:endParaRPr lang="en-US" sz="16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核心检测功能</a:t>
            </a:r>
            <a:endParaRPr lang="en-US" sz="1700" b="1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通过 PyTorch 库执行三项关键验证：打印 PyTorch 版本以确认环境匹配、检测 CUDA 是否可用（GPU 加速的核心前提）、输出当前 GPU 设备型号，确保硬件被正确识别。</a:t>
            </a:r>
            <a:endParaRPr lang="en-US" sz="16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脚本作用</a:t>
            </a:r>
            <a:endParaRPr lang="en-US" sz="1700" b="1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这是验证深度学习环境配置的关键步骤，能快速排查 GPU 调用异常，为后续的模型训练、神经网络搭建扫清环境障碍。</a:t>
            </a:r>
            <a:endParaRPr lang="en-US" sz="16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 环境验证测试结果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EDF5FA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526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执行测试脚本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在已激活的 Python 虚拟环境中，通过终端执行命令：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python test_gpu.py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该脚本将自动检测系统中的 PyTorch 版本、CUDA 可用性以及本地 GPU 硬件信息。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EDF4F0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482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3848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77C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预期成功输出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D8B7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终端应显示以下关键信息：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PyTorch 版本：2.3.0+cu121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CUDA 可用状态：True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设备型号：NVIDIA GeForce RTX 5060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这些信息表明环境与硬件已正确连通。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FBF1D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804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0170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86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结果有效性判定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8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PyTorch 框架安装完整且版本匹配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CUDA 工具包与显卡驱动兼容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GPU 可被深度学习框架直接调用</a:t>
            </a:r>
            <a:b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满足以上条件即可开展模型训练。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最终环境结构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93800" y="2413000"/>
            <a:ext cx="965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E4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28800" y="2413000"/>
            <a:ext cx="901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我们已构建完成标准化的深度学习工作目录，核心结构如下：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C:\DeepLearning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env/ (虚拟环境隔离)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notebooks/ (交互式开发笔记)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projects/ (核心项目代码库)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datasets/ (数据集统一管理)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└── test_gpu.py (环境验证脚本)</a:t>
            </a:r>
            <a:endParaRPr lang="en-US" sz="1600" b="0" i="0" u="none" strike="noStrike">
              <a:solidFill>
                <a:srgbClr val="505A6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该结构实现了环境、代码、数据与验证的分离管理，既保证了开发环境的纯净，也为后续的模型训练与迭代提供了规范的工程化基础。</a:t>
            </a:r>
            <a:endParaRPr lang="en-US" sz="1700" b="0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WPS 演示</Application>
  <PresentationFormat/>
  <Paragraphs>42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Noto Sans SC</vt:lpstr>
      <vt:lpstr>Consolas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WPS_1655447253</cp:lastModifiedBy>
  <cp:revision>1</cp:revision>
  <dcterms:created xsi:type="dcterms:W3CDTF">2026-07-16T08:59:11Z</dcterms:created>
  <dcterms:modified xsi:type="dcterms:W3CDTF">2026-07-16T08:59:11Z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{"Label":"1","ContentProducer":"001191110102MACQD9K64010000","ProduceID":"7661152432943123656","ReservedCode1":"","ContentPropagator":"","PropagateID":"","ReservedCode2":""}</vt:lpwstr>
  </property>
  <property fmtid="{D5CDD505-2E9C-101B-9397-08002B2CF9AE}" pid="3" name="ICV">
    <vt:lpwstr>AB72C54D769E489C82DAF45E34C857AD_12</vt:lpwstr>
  </property>
  <property fmtid="{D5CDD505-2E9C-101B-9397-08002B2CF9AE}" pid="4" name="KSOProductBuildVer">
    <vt:lpwstr>2052-12.1.0.26895</vt:lpwstr>
  </property>
</Properties>
</file>